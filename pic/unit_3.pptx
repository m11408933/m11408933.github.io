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F7D1F1-53D5-82EC-9DE9-C84A2E946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608CCEB-D1A1-4CEB-A851-B0D7397C1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D5329B-537A-2540-8DE5-ECA38F716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0455-5DB4-40CE-AC7B-9AB53C288A0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46CBCF-709C-849E-28BC-91FBCCD85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8FF346-F307-8F6C-335E-512B8B258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A6385-B56F-49CD-BAA8-1C24551A1F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1955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26F88D-8DA4-9E4C-FAEF-420788561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62FBE5-5F8A-2B10-F31F-29F411F68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8E13FF-6E38-AF61-90F0-75B42373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0455-5DB4-40CE-AC7B-9AB53C288A0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8042F3-9E70-5783-059E-FA9149F7E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769572-4C0A-F56D-43C8-8BB591F22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A6385-B56F-49CD-BAA8-1C24551A1F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72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648485-873D-5603-09B5-518BFA86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46E2434-DDB6-062C-9764-E9E7D5FA2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FB8F91-FAE5-86B4-FC10-28C376DCA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0455-5DB4-40CE-AC7B-9AB53C288A0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7AC8AE-CD19-D301-10FD-5A0FB2E0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C94968-B75C-6ACF-9A08-C607BCC6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A6385-B56F-49CD-BAA8-1C24551A1F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43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9C1DEB-8AF9-9668-1DE4-98E0A1D8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13FF27-F760-B0F5-FB43-ED96636C7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1552A81-056A-5A1F-E5AF-0F1B102DA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5E8947-562C-B462-CFA1-EA991EB7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0455-5DB4-40CE-AC7B-9AB53C288A0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4C3EE50-67AA-539A-C7A5-79890947C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2AB62E9-EC54-C347-726F-EAB1623D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A6385-B56F-49CD-BAA8-1C24551A1F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4321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2E8A72-379B-D2F5-6E09-E19C3FC9F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5CF2D66-74D8-5F12-0F34-B0E1EA3CB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8383BBF-A0C5-76FE-83F3-626F80C94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C3C58C2-580A-8B2D-AC43-0144BE292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1A47E19-BC69-6655-1632-4FE986BBF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2E9513F-34F1-8A44-53CC-58911DF1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0455-5DB4-40CE-AC7B-9AB53C288A0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BCFC90-079C-2A65-C825-7A497FFA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1DD84CA-9332-825E-26FF-2318CBC6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A6385-B56F-49CD-BAA8-1C24551A1F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75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1615BC-63F9-9827-A8F6-77D00B973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CD3AB3E-E7F2-027C-ED99-D2D100D2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0455-5DB4-40CE-AC7B-9AB53C288A0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6D4C48F-2CD3-522A-5002-7B48056A3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BE070D0-CC67-D9D0-3D87-B8860416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A6385-B56F-49CD-BAA8-1C24551A1F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272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7D5E943-5F77-CF66-F82D-EAEDAAEED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0455-5DB4-40CE-AC7B-9AB53C288A0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F86E7F-30EE-980A-83B4-E97DD0F8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ED7367-2985-F89F-E69B-B8337358B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A6385-B56F-49CD-BAA8-1C24551A1F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154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B47441-D8F7-6A56-D229-F1754BF2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C66B56-D7A2-2395-B62D-4A9B62738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19A1888-5A82-7B2B-F6DF-B1EC0D49A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557861-3C51-B4B2-F7F4-2CB5FC28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0455-5DB4-40CE-AC7B-9AB53C288A0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AE4A30-01AD-D1A3-8102-1B2B66DFF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F8D22BE-BAE9-5DC9-EB0E-973261DD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A6385-B56F-49CD-BAA8-1C24551A1F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72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7C9D07-E4E3-41DD-E1B2-96649BCCC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5DCDBBD-6133-41B5-42CC-B70529DD66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A3A6144-3BB3-D827-7579-F2A46C205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1445DD-43F6-6BA4-F073-3E47FEF6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0455-5DB4-40CE-AC7B-9AB53C288A0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F57A3AB-DB20-6FF7-7393-AC8F4CFD2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7C21D6-E66A-F53D-5082-15A4F8DCA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A6385-B56F-49CD-BAA8-1C24551A1F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347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315BD9-25D1-D88F-DCBA-76B447E8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D581C30-E98E-3C0F-EF86-CA9E7E172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6B1E78-21F9-2FEB-F496-8DBDE038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0455-5DB4-40CE-AC7B-9AB53C288A0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1B5463-BADE-EC8B-D67C-70C9C7AC0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F982A6-5C96-0AF8-35D1-1C77A1CF6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A6385-B56F-49CD-BAA8-1C24551A1F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921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DFDE40C-C07E-08F5-3BCD-69F91CBCE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3C9182-0271-E22C-D056-1F3A5C10D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646DD1-3ECF-6677-E50E-381E9B3F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0455-5DB4-40CE-AC7B-9AB53C288A0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4F1354-798B-AB0F-41D6-8DD6266C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C02AF3-1609-6414-2754-E7785A13F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A6385-B56F-49CD-BAA8-1C24551A1F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390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698D2C7-39B5-EAF5-D497-20CE9BDDA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CB4C91-99C8-7124-6CC7-8118C90B5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A7F0D9-07C3-7713-299F-067D666C99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90455-5DB4-40CE-AC7B-9AB53C288A0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27460E-4F62-47DD-6198-048019D89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5B7538-3D9E-CA0B-6876-D202EA352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A6385-B56F-49CD-BAA8-1C24551A1F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64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685FEFF1-0F27-5771-F54C-267D510F7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97" y="3617734"/>
            <a:ext cx="4448828" cy="311689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86D1998-F7E7-DD2F-82B2-B836B7EDC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28" y="228153"/>
            <a:ext cx="4582165" cy="320084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B1D1237-2924-DBF0-80A5-95BFEFCBE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693" y="1214437"/>
            <a:ext cx="7443821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79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偉青 吳</dc:creator>
  <cp:lastModifiedBy>偉青 吳</cp:lastModifiedBy>
  <cp:revision>1</cp:revision>
  <dcterms:created xsi:type="dcterms:W3CDTF">2026-03-06T01:48:55Z</dcterms:created>
  <dcterms:modified xsi:type="dcterms:W3CDTF">2026-03-06T01:49:11Z</dcterms:modified>
</cp:coreProperties>
</file>